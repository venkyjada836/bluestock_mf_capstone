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65" r:id="rId13"/>
    <p:sldId id="271" r:id="rId14"/>
    <p:sldId id="266" r:id="rId15"/>
    <p:sldId id="272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Bluestock Mutual Fund Analytics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Author: Venky Jada</a:t>
            </a:r>
          </a:p>
          <a:p>
            <a:r>
              <a:rPr dirty="0" err="1"/>
              <a:t>Bluestock</a:t>
            </a:r>
            <a:r>
              <a:rPr dirty="0"/>
              <a:t>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Large mutual fund datasets are difficult to analyze.</a:t>
            </a:r>
          </a:p>
          <a:p>
            <a:r>
              <a:rPr dirty="0"/>
              <a:t>Investors need insights on risk, returns,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Build ETL pipeline</a:t>
            </a:r>
          </a:p>
          <a:p>
            <a:r>
              <a:rPr dirty="0"/>
              <a:t> Perform EDA</a:t>
            </a:r>
          </a:p>
          <a:p>
            <a:r>
              <a:rPr dirty="0"/>
              <a:t> Analyze fund performance</a:t>
            </a:r>
          </a:p>
          <a:p>
            <a:r>
              <a:rPr dirty="0"/>
              <a:t> Study investor behavior</a:t>
            </a:r>
          </a:p>
          <a:p>
            <a:r>
              <a:rPr dirty="0"/>
              <a:t> Calculate risk metrics</a:t>
            </a:r>
          </a:p>
          <a:p>
            <a:r>
              <a:rPr dirty="0"/>
              <a:t> Build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fund_master_clean.csv</a:t>
            </a:r>
          </a:p>
          <a:p>
            <a:r>
              <a:rPr dirty="0"/>
              <a:t> nav_history_clean.csv</a:t>
            </a:r>
          </a:p>
          <a:p>
            <a:r>
              <a:rPr dirty="0"/>
              <a:t> scheme_performance_clean.csv</a:t>
            </a:r>
          </a:p>
          <a:p>
            <a:r>
              <a:rPr dirty="0"/>
              <a:t> investor_transactions_clean.csv</a:t>
            </a:r>
          </a:p>
          <a:p>
            <a:r>
              <a:rPr dirty="0"/>
              <a:t> monthly_sip_inflows_clean.csv</a:t>
            </a:r>
          </a:p>
          <a:p>
            <a:r>
              <a:rPr dirty="0"/>
              <a:t> category_inflows_clean.csv</a:t>
            </a:r>
          </a:p>
          <a:p>
            <a:r>
              <a:rPr dirty="0"/>
              <a:t> benchmark_indices_clean.csv</a:t>
            </a:r>
          </a:p>
          <a:p>
            <a:r>
              <a:rPr dirty="0"/>
              <a:t> portfolio_holdings_clean.csv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CSV Files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Python ETL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SQLite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Analytics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dirty="0"/>
              <a:t>Power BI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 Highlights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368"/>
            <a:ext cx="8229600" cy="4916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SIP Trend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8F96D-F65B-110E-A25E-2D7B435E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750142"/>
            <a:ext cx="8758085" cy="4660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B0265-A403-2E3D-89CC-7056789B7E18}"/>
              </a:ext>
            </a:extLst>
          </p:cNvPr>
          <p:cNvSpPr txBox="1"/>
          <p:nvPr/>
        </p:nvSpPr>
        <p:spPr>
          <a:xfrm>
            <a:off x="-1342104" y="611748"/>
            <a:ext cx="498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IN" sz="3200" dirty="0"/>
              <a:t>State-wise SIP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03D06-35E0-7CC2-3571-7943FEE8E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1196522"/>
            <a:ext cx="8790038" cy="536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2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7690"/>
            <a:ext cx="8229600" cy="48184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Category Heatmap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98BBA-B2BA-5451-5FB7-EF30F5E86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0" y="1877961"/>
            <a:ext cx="8504903" cy="46014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E55C36-E601-4A72-E50F-63C0DB4654E8}"/>
              </a:ext>
            </a:extLst>
          </p:cNvPr>
          <p:cNvSpPr txBox="1"/>
          <p:nvPr/>
        </p:nvSpPr>
        <p:spPr>
          <a:xfrm>
            <a:off x="476865" y="55533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Investor Age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9FE9E-C849-3DDB-B0DD-F17994A5E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1588772"/>
            <a:ext cx="8298425" cy="486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Alpha</a:t>
            </a:r>
          </a:p>
          <a:p>
            <a:r>
              <a:rPr dirty="0"/>
              <a:t>Beta</a:t>
            </a:r>
          </a:p>
          <a:p>
            <a:r>
              <a:rPr dirty="0"/>
              <a:t>Sharpe Ratio</a:t>
            </a:r>
          </a:p>
          <a:p>
            <a:r>
              <a:rPr dirty="0"/>
              <a:t>Sortino Ratio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VaR</a:t>
            </a:r>
            <a:endParaRPr dirty="0"/>
          </a:p>
          <a:p>
            <a:r>
              <a:rPr dirty="0"/>
              <a:t>CVaR</a:t>
            </a:r>
          </a:p>
          <a:p>
            <a:r>
              <a:rPr dirty="0"/>
              <a:t>Rolling Sharpe Ratio</a:t>
            </a:r>
          </a:p>
          <a:p>
            <a:r>
              <a:rPr dirty="0"/>
              <a:t>Fund Recommender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213" y="256766"/>
            <a:ext cx="8229600" cy="1143000"/>
          </a:xfrm>
        </p:spPr>
        <p:txBody>
          <a:bodyPr/>
          <a:lstStyle/>
          <a:p>
            <a:r>
              <a:t>Dashboard Screenshots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Industry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5354C-A2D0-F7D7-A931-AA1A6BA04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799303"/>
            <a:ext cx="8544232" cy="46801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A80D2-27C7-0095-AFF3-324DC3119E3A}"/>
              </a:ext>
            </a:extLst>
          </p:cNvPr>
          <p:cNvSpPr txBox="1"/>
          <p:nvPr/>
        </p:nvSpPr>
        <p:spPr>
          <a:xfrm>
            <a:off x="722671" y="52325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Fund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E3382-C5F6-C735-1B27-724A8C255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108031"/>
            <a:ext cx="8819536" cy="522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45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Screenshots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42" y="1166018"/>
            <a:ext cx="8229600" cy="4525963"/>
          </a:xfrm>
        </p:spPr>
        <p:txBody>
          <a:bodyPr/>
          <a:lstStyle/>
          <a:p>
            <a:r>
              <a:rPr lang="en-IN" dirty="0"/>
              <a:t>I</a:t>
            </a:r>
            <a:r>
              <a:rPr dirty="0" err="1"/>
              <a:t>nvestor</a:t>
            </a:r>
            <a:r>
              <a:rPr dirty="0"/>
              <a:t> Analytics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85057-7AC5-6C21-5332-ACD2CB8FD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46" y="1818968"/>
            <a:ext cx="7712108" cy="47643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91C568-8E14-D621-5C8C-99E000E1A3F1}"/>
              </a:ext>
            </a:extLst>
          </p:cNvPr>
          <p:cNvSpPr txBox="1"/>
          <p:nvPr/>
        </p:nvSpPr>
        <p:spPr>
          <a:xfrm>
            <a:off x="594851" y="41510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SIP &amp; Market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8EA0D-8CCE-BCB9-A259-4C94D92F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1120877"/>
            <a:ext cx="8691716" cy="532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6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SIP inflows increased steadily.</a:t>
            </a:r>
          </a:p>
          <a:p>
            <a:r>
              <a:rPr dirty="0"/>
              <a:t>Small-cap funds generated high returns with higher risk.</a:t>
            </a:r>
          </a:p>
          <a:p>
            <a:r>
              <a:rPr dirty="0"/>
              <a:t>Many investors were flagged as SIP at-risk.</a:t>
            </a:r>
          </a:p>
          <a:p>
            <a:r>
              <a:rPr dirty="0"/>
              <a:t>Equity categories received the highest inflows.</a:t>
            </a:r>
          </a:p>
          <a:p>
            <a:r>
              <a:rPr dirty="0"/>
              <a:t>Risk-adjusted performance varied across schemes.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393F46-027C-557E-8CD6-15D972EE8559}"/>
              </a:ext>
            </a:extLst>
          </p:cNvPr>
          <p:cNvSpPr txBox="1"/>
          <p:nvPr/>
        </p:nvSpPr>
        <p:spPr>
          <a:xfrm>
            <a:off x="2286000" y="3108293"/>
            <a:ext cx="518651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  </a:t>
            </a:r>
            <a:r>
              <a:rPr lang="en-IN" sz="8000" dirty="0"/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9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254</Words>
  <Application>Microsoft Office PowerPoint</Application>
  <PresentationFormat>On-screen Show (4:3)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Bluestock Mutual Fund Analytics Capstone</vt:lpstr>
      <vt:lpstr>Problem Statement</vt:lpstr>
      <vt:lpstr>Project Objectives</vt:lpstr>
      <vt:lpstr>Data Sources</vt:lpstr>
      <vt:lpstr>System Architecture</vt:lpstr>
      <vt:lpstr>EDA Highlights (1)</vt:lpstr>
      <vt:lpstr>PowerPoint Presentation</vt:lpstr>
      <vt:lpstr>EDA Highlights (2)</vt:lpstr>
      <vt:lpstr>PowerPoint Presentation</vt:lpstr>
      <vt:lpstr>Performance Analytics (1)</vt:lpstr>
      <vt:lpstr>Performance Analytics (2)</vt:lpstr>
      <vt:lpstr>Dashboard Screenshots (1)</vt:lpstr>
      <vt:lpstr>PowerPoint Presentation</vt:lpstr>
      <vt:lpstr>Dashboard Screenshots (2)</vt:lpstr>
      <vt:lpstr>PowerPoint Presentation</vt:lpstr>
      <vt:lpstr>Key Findings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venky</dc:creator>
  <cp:keywords/>
  <dc:description>generated using python-pptx</dc:description>
  <cp:lastModifiedBy>venky jada</cp:lastModifiedBy>
  <cp:revision>6</cp:revision>
  <dcterms:created xsi:type="dcterms:W3CDTF">2013-01-27T09:14:16Z</dcterms:created>
  <dcterms:modified xsi:type="dcterms:W3CDTF">2026-06-16T15:00:28Z</dcterms:modified>
  <cp:category/>
</cp:coreProperties>
</file>